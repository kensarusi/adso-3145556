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Medium" charset="1" panose="00000600000000000000"/>
      <p:regular r:id="rId14"/>
    </p:embeddedFont>
    <p:embeddedFont>
      <p:font typeface="Open Sauce" charset="1" panose="00000500000000000000"/>
      <p:regular r:id="rId15"/>
    </p:embeddedFont>
    <p:embeddedFont>
      <p:font typeface="Open Sans" charset="1" panose="020B0606030504020204"/>
      <p:regular r:id="rId16"/>
    </p:embeddedFont>
    <p:embeddedFont>
      <p:font typeface="Open Sauce Light" charset="1" panose="000004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Relationship Id="rId8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7.jpe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0357" y="781050"/>
            <a:ext cx="12747285" cy="470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56"/>
              </a:lnSpc>
              <a:spcBef>
                <a:spcPct val="0"/>
              </a:spcBef>
            </a:pPr>
            <a:r>
              <a:rPr lang="en-US" b="true" sz="13540" spc="-636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MoSCoW y Design Thinking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16689" y="6104976"/>
            <a:ext cx="5054621" cy="173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Integrantes:</a:t>
            </a:r>
          </a:p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Cristofer David Lozano</a:t>
            </a:r>
          </a:p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Jhampier Santos</a:t>
            </a:r>
          </a:p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Keneth Santiago Rubiano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199829" y="2702990"/>
            <a:ext cx="8943284" cy="8959575"/>
          </a:xfrm>
          <a:custGeom>
            <a:avLst/>
            <a:gdLst/>
            <a:ahLst/>
            <a:cxnLst/>
            <a:rect r="r" b="b" t="t" l="l"/>
            <a:pathLst>
              <a:path h="8959575" w="8943284">
                <a:moveTo>
                  <a:pt x="8943284" y="0"/>
                </a:moveTo>
                <a:lnTo>
                  <a:pt x="0" y="0"/>
                </a:lnTo>
                <a:lnTo>
                  <a:pt x="0" y="8959575"/>
                </a:lnTo>
                <a:lnTo>
                  <a:pt x="8943284" y="8959575"/>
                </a:lnTo>
                <a:lnTo>
                  <a:pt x="8943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67212" y="-1258352"/>
            <a:ext cx="9061387" cy="9061387"/>
          </a:xfrm>
          <a:custGeom>
            <a:avLst/>
            <a:gdLst/>
            <a:ahLst/>
            <a:cxnLst/>
            <a:rect r="r" b="b" t="t" l="l"/>
            <a:pathLst>
              <a:path h="9061387" w="9061387">
                <a:moveTo>
                  <a:pt x="0" y="0"/>
                </a:moveTo>
                <a:lnTo>
                  <a:pt x="9061387" y="0"/>
                </a:lnTo>
                <a:lnTo>
                  <a:pt x="9061387" y="9061387"/>
                </a:lnTo>
                <a:lnTo>
                  <a:pt x="0" y="9061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38433" y="78367"/>
            <a:ext cx="6349567" cy="7104411"/>
          </a:xfrm>
          <a:custGeom>
            <a:avLst/>
            <a:gdLst/>
            <a:ahLst/>
            <a:cxnLst/>
            <a:rect r="r" b="b" t="t" l="l"/>
            <a:pathLst>
              <a:path h="7104411" w="6349567">
                <a:moveTo>
                  <a:pt x="0" y="0"/>
                </a:moveTo>
                <a:lnTo>
                  <a:pt x="6349567" y="0"/>
                </a:lnTo>
                <a:lnTo>
                  <a:pt x="6349567" y="7104411"/>
                </a:lnTo>
                <a:lnTo>
                  <a:pt x="0" y="7104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78760"/>
            <a:ext cx="10036715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Es una técnica para priorizar requisitos en un proyecto.</a:t>
            </a:r>
          </a:p>
          <a:p>
            <a:pPr algn="just">
              <a:lnSpc>
                <a:spcPts val="4200"/>
              </a:lnSpc>
            </a:pPr>
            <a:r>
              <a:rPr lang="en-US" sz="300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Sirve para decidir qué es más importante cuando hay poco tiempo o recursos.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spc="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 usa mucho en proyectos de software y trabajo en equipo.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7275" y="337917"/>
            <a:ext cx="9470585" cy="349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83"/>
              </a:lnSpc>
              <a:spcBef>
                <a:spcPct val="0"/>
              </a:spcBef>
            </a:pPr>
            <a:r>
              <a:rPr lang="en-US" b="true" sz="10059" spc="-47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¿Que es MoSCoW?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0667548">
            <a:off x="11806011" y="-1323859"/>
            <a:ext cx="6979048" cy="6991760"/>
          </a:xfrm>
          <a:custGeom>
            <a:avLst/>
            <a:gdLst/>
            <a:ahLst/>
            <a:cxnLst/>
            <a:rect r="r" b="b" t="t" l="l"/>
            <a:pathLst>
              <a:path h="6991760" w="6979048">
                <a:moveTo>
                  <a:pt x="6979048" y="0"/>
                </a:moveTo>
                <a:lnTo>
                  <a:pt x="0" y="0"/>
                </a:lnTo>
                <a:lnTo>
                  <a:pt x="0" y="6991760"/>
                </a:lnTo>
                <a:lnTo>
                  <a:pt x="6979048" y="6991760"/>
                </a:lnTo>
                <a:lnTo>
                  <a:pt x="69790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7965" y="5039274"/>
            <a:ext cx="10557087" cy="6024936"/>
            <a:chOff x="0" y="0"/>
            <a:chExt cx="1635569" cy="933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35569" cy="933420"/>
            </a:xfrm>
            <a:custGeom>
              <a:avLst/>
              <a:gdLst/>
              <a:ahLst/>
              <a:cxnLst/>
              <a:rect r="r" b="b" t="t" l="l"/>
              <a:pathLst>
                <a:path h="933420" w="1635569">
                  <a:moveTo>
                    <a:pt x="57934" y="0"/>
                  </a:moveTo>
                  <a:lnTo>
                    <a:pt x="1577635" y="0"/>
                  </a:lnTo>
                  <a:cubicBezTo>
                    <a:pt x="1609631" y="0"/>
                    <a:pt x="1635569" y="25938"/>
                    <a:pt x="1635569" y="57934"/>
                  </a:cubicBezTo>
                  <a:lnTo>
                    <a:pt x="1635569" y="875486"/>
                  </a:lnTo>
                  <a:cubicBezTo>
                    <a:pt x="1635569" y="890851"/>
                    <a:pt x="1629465" y="905587"/>
                    <a:pt x="1618601" y="916452"/>
                  </a:cubicBezTo>
                  <a:cubicBezTo>
                    <a:pt x="1607736" y="927316"/>
                    <a:pt x="1593000" y="933420"/>
                    <a:pt x="1577635" y="933420"/>
                  </a:cubicBezTo>
                  <a:lnTo>
                    <a:pt x="57934" y="933420"/>
                  </a:lnTo>
                  <a:cubicBezTo>
                    <a:pt x="42569" y="933420"/>
                    <a:pt x="27833" y="927316"/>
                    <a:pt x="16968" y="916452"/>
                  </a:cubicBezTo>
                  <a:cubicBezTo>
                    <a:pt x="6104" y="905587"/>
                    <a:pt x="0" y="890851"/>
                    <a:pt x="0" y="875486"/>
                  </a:cubicBezTo>
                  <a:lnTo>
                    <a:pt x="0" y="57934"/>
                  </a:lnTo>
                  <a:cubicBezTo>
                    <a:pt x="0" y="42569"/>
                    <a:pt x="6104" y="27833"/>
                    <a:pt x="16968" y="16968"/>
                  </a:cubicBezTo>
                  <a:cubicBezTo>
                    <a:pt x="27833" y="6104"/>
                    <a:pt x="42569" y="0"/>
                    <a:pt x="57934" y="0"/>
                  </a:cubicBezTo>
                  <a:close/>
                </a:path>
              </a:pathLst>
            </a:custGeom>
            <a:blipFill>
              <a:blip r:embed="rId4"/>
              <a:stretch>
                <a:fillRect l="-570" t="0" r="-57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-562818" y="7322953"/>
            <a:ext cx="3870695" cy="3870695"/>
          </a:xfrm>
          <a:custGeom>
            <a:avLst/>
            <a:gdLst/>
            <a:ahLst/>
            <a:cxnLst/>
            <a:rect r="r" b="b" t="t" l="l"/>
            <a:pathLst>
              <a:path h="3870695" w="3870695">
                <a:moveTo>
                  <a:pt x="0" y="3870694"/>
                </a:moveTo>
                <a:lnTo>
                  <a:pt x="3870695" y="3870694"/>
                </a:lnTo>
                <a:lnTo>
                  <a:pt x="3870695" y="0"/>
                </a:lnTo>
                <a:lnTo>
                  <a:pt x="0" y="0"/>
                </a:lnTo>
                <a:lnTo>
                  <a:pt x="0" y="387069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5116" y="2525944"/>
            <a:ext cx="12671868" cy="258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sz="3499" spc="-16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 – Must have → Requisitos obligatorios </a:t>
            </a:r>
          </a:p>
          <a:p>
            <a:pPr algn="just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sz="3499" spc="-16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 – Should have → Muy importantes, pero no críticos.</a:t>
            </a:r>
          </a:p>
          <a:p>
            <a:pPr algn="just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sz="3499" spc="-16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 – Could have → Deseables si hay tiempo o recursos.</a:t>
            </a:r>
          </a:p>
          <a:p>
            <a:pPr algn="just" marL="755644" indent="-377822" lvl="1">
              <a:lnSpc>
                <a:spcPts val="4059"/>
              </a:lnSpc>
              <a:buFont typeface="Arial"/>
              <a:buChar char="•"/>
            </a:pPr>
            <a:r>
              <a:rPr lang="en-US" sz="3499" spc="-16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W – Won’t have (this time) → No se incluirán en esta versión.</a:t>
            </a:r>
          </a:p>
          <a:p>
            <a:pPr algn="just" marL="0" indent="0" lvl="0">
              <a:lnSpc>
                <a:spcPts val="40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649873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¿Para qué sirve?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Organizar prioridades.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Tomar decisiones cuando hay limitaciones de tiempo o presupuesto.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Evitar sobrecargar el alcance del proyecto.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22354" y="319478"/>
            <a:ext cx="9470585" cy="171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83"/>
              </a:lnSpc>
              <a:spcBef>
                <a:spcPct val="0"/>
              </a:spcBef>
            </a:pPr>
            <a:r>
              <a:rPr lang="en-US" b="true" sz="10059" spc="-47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Categorias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0199829" y="2702990"/>
            <a:ext cx="8943284" cy="8959575"/>
          </a:xfrm>
          <a:custGeom>
            <a:avLst/>
            <a:gdLst/>
            <a:ahLst/>
            <a:cxnLst/>
            <a:rect r="r" b="b" t="t" l="l"/>
            <a:pathLst>
              <a:path h="8959575" w="8943284">
                <a:moveTo>
                  <a:pt x="8943284" y="0"/>
                </a:moveTo>
                <a:lnTo>
                  <a:pt x="0" y="0"/>
                </a:lnTo>
                <a:lnTo>
                  <a:pt x="0" y="8959575"/>
                </a:lnTo>
                <a:lnTo>
                  <a:pt x="8943284" y="8959575"/>
                </a:lnTo>
                <a:lnTo>
                  <a:pt x="8943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67212" y="-1258352"/>
            <a:ext cx="9061387" cy="9061387"/>
          </a:xfrm>
          <a:custGeom>
            <a:avLst/>
            <a:gdLst/>
            <a:ahLst/>
            <a:cxnLst/>
            <a:rect r="r" b="b" t="t" l="l"/>
            <a:pathLst>
              <a:path h="9061387" w="9061387">
                <a:moveTo>
                  <a:pt x="0" y="0"/>
                </a:moveTo>
                <a:lnTo>
                  <a:pt x="9061387" y="0"/>
                </a:lnTo>
                <a:lnTo>
                  <a:pt x="9061387" y="9061387"/>
                </a:lnTo>
                <a:lnTo>
                  <a:pt x="0" y="9061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430969" y="2711135"/>
            <a:ext cx="6349567" cy="7104411"/>
          </a:xfrm>
          <a:custGeom>
            <a:avLst/>
            <a:gdLst/>
            <a:ahLst/>
            <a:cxnLst/>
            <a:rect r="r" b="b" t="t" l="l"/>
            <a:pathLst>
              <a:path h="7104411" w="6349567">
                <a:moveTo>
                  <a:pt x="0" y="0"/>
                </a:moveTo>
                <a:lnTo>
                  <a:pt x="6349567" y="0"/>
                </a:lnTo>
                <a:lnTo>
                  <a:pt x="6349567" y="7104411"/>
                </a:lnTo>
                <a:lnTo>
                  <a:pt x="0" y="71044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199006"/>
            <a:ext cx="18288000" cy="11094176"/>
          </a:xfrm>
          <a:custGeom>
            <a:avLst/>
            <a:gdLst/>
            <a:ahLst/>
            <a:cxnLst/>
            <a:rect r="r" b="b" t="t" l="l"/>
            <a:pathLst>
              <a:path h="11094176" w="18288000">
                <a:moveTo>
                  <a:pt x="0" y="0"/>
                </a:moveTo>
                <a:lnTo>
                  <a:pt x="18288000" y="0"/>
                </a:lnTo>
                <a:lnTo>
                  <a:pt x="18288000" y="11094175"/>
                </a:lnTo>
                <a:lnTo>
                  <a:pt x="0" y="11094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913" r="0" b="-491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615452" y="6781986"/>
            <a:ext cx="3047102" cy="3033560"/>
          </a:xfrm>
          <a:custGeom>
            <a:avLst/>
            <a:gdLst/>
            <a:ahLst/>
            <a:cxnLst/>
            <a:rect r="r" b="b" t="t" l="l"/>
            <a:pathLst>
              <a:path h="3033560" w="3047102">
                <a:moveTo>
                  <a:pt x="0" y="0"/>
                </a:moveTo>
                <a:lnTo>
                  <a:pt x="3047103" y="0"/>
                </a:lnTo>
                <a:lnTo>
                  <a:pt x="3047103" y="3033560"/>
                </a:lnTo>
                <a:lnTo>
                  <a:pt x="0" y="30335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400000">
            <a:off x="13248339" y="4837489"/>
            <a:ext cx="7543331" cy="7557071"/>
          </a:xfrm>
          <a:custGeom>
            <a:avLst/>
            <a:gdLst/>
            <a:ahLst/>
            <a:cxnLst/>
            <a:rect r="r" b="b" t="t" l="l"/>
            <a:pathLst>
              <a:path h="7557071" w="7543331">
                <a:moveTo>
                  <a:pt x="7543331" y="0"/>
                </a:moveTo>
                <a:lnTo>
                  <a:pt x="0" y="0"/>
                </a:lnTo>
                <a:lnTo>
                  <a:pt x="0" y="7557071"/>
                </a:lnTo>
                <a:lnTo>
                  <a:pt x="7543331" y="7557071"/>
                </a:lnTo>
                <a:lnTo>
                  <a:pt x="75433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28700" y="1970882"/>
            <a:ext cx="2750861" cy="2750861"/>
          </a:xfrm>
          <a:custGeom>
            <a:avLst/>
            <a:gdLst/>
            <a:ahLst/>
            <a:cxnLst/>
            <a:rect r="r" b="b" t="t" l="l"/>
            <a:pathLst>
              <a:path h="2750861" w="2750861">
                <a:moveTo>
                  <a:pt x="2750861" y="2750861"/>
                </a:moveTo>
                <a:lnTo>
                  <a:pt x="0" y="2750861"/>
                </a:lnTo>
                <a:lnTo>
                  <a:pt x="0" y="0"/>
                </a:lnTo>
                <a:lnTo>
                  <a:pt x="2750861" y="0"/>
                </a:lnTo>
                <a:lnTo>
                  <a:pt x="2750861" y="27508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143500"/>
            <a:ext cx="5750608" cy="5750608"/>
          </a:xfrm>
          <a:custGeom>
            <a:avLst/>
            <a:gdLst/>
            <a:ahLst/>
            <a:cxnLst/>
            <a:rect r="r" b="b" t="t" l="l"/>
            <a:pathLst>
              <a:path h="5750608" w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4547" y="2245572"/>
            <a:ext cx="15642296" cy="2334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39"/>
              </a:lnSpc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Design Thinking es una metodología para resolver problemas centrada en las personas. Se utiliza en innovación, desarrollo de productos y mejora de servicios.</a:t>
            </a:r>
          </a:p>
          <a:p>
            <a:pPr algn="just">
              <a:lnSpc>
                <a:spcPts val="4639"/>
              </a:lnSpc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 usa para crear productos, servicios y soluciones innovadoras.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6153" y="440532"/>
            <a:ext cx="13035098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30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¿Qué es Design Thinking?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758944" y="-132986"/>
            <a:ext cx="5074855" cy="5084098"/>
          </a:xfrm>
          <a:custGeom>
            <a:avLst/>
            <a:gdLst/>
            <a:ahLst/>
            <a:cxnLst/>
            <a:rect r="r" b="b" t="t" l="l"/>
            <a:pathLst>
              <a:path h="5084098" w="5074855">
                <a:moveTo>
                  <a:pt x="0" y="5084099"/>
                </a:moveTo>
                <a:lnTo>
                  <a:pt x="5074855" y="5084099"/>
                </a:lnTo>
                <a:lnTo>
                  <a:pt x="5074855" y="0"/>
                </a:lnTo>
                <a:lnTo>
                  <a:pt x="0" y="0"/>
                </a:lnTo>
                <a:lnTo>
                  <a:pt x="0" y="50840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777467" y="7473161"/>
            <a:ext cx="3871902" cy="3871902"/>
          </a:xfrm>
          <a:custGeom>
            <a:avLst/>
            <a:gdLst/>
            <a:ahLst/>
            <a:cxnLst/>
            <a:rect r="r" b="b" t="t" l="l"/>
            <a:pathLst>
              <a:path h="3871902" w="3871902">
                <a:moveTo>
                  <a:pt x="0" y="3871903"/>
                </a:moveTo>
                <a:lnTo>
                  <a:pt x="3871902" y="3871903"/>
                </a:lnTo>
                <a:lnTo>
                  <a:pt x="3871902" y="0"/>
                </a:lnTo>
                <a:lnTo>
                  <a:pt x="0" y="0"/>
                </a:lnTo>
                <a:lnTo>
                  <a:pt x="0" y="387190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55717" y="4099423"/>
            <a:ext cx="6432283" cy="6187577"/>
          </a:xfrm>
          <a:custGeom>
            <a:avLst/>
            <a:gdLst/>
            <a:ahLst/>
            <a:cxnLst/>
            <a:rect r="r" b="b" t="t" l="l"/>
            <a:pathLst>
              <a:path h="6187577" w="6432283">
                <a:moveTo>
                  <a:pt x="0" y="0"/>
                </a:moveTo>
                <a:lnTo>
                  <a:pt x="6432283" y="0"/>
                </a:lnTo>
                <a:lnTo>
                  <a:pt x="6432283" y="6187577"/>
                </a:lnTo>
                <a:lnTo>
                  <a:pt x="0" y="6187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69579" y="1785041"/>
            <a:ext cx="9948842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00"/>
              </a:lnSpc>
              <a:spcBef>
                <a:spcPct val="0"/>
              </a:spcBef>
            </a:pPr>
            <a:r>
              <a:rPr lang="en-US" b="true" sz="6500" spc="-305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Etapas de Design Thinking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0" y="2915341"/>
            <a:ext cx="10426091" cy="493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</a:p>
          <a:p>
            <a:pPr algn="ctr">
              <a:lnSpc>
                <a:spcPts val="5616"/>
              </a:lnSpc>
            </a:pPr>
          </a:p>
          <a:p>
            <a:pPr algn="ctr">
              <a:lnSpc>
                <a:spcPts val="5616"/>
              </a:lnSpc>
            </a:pPr>
            <a:r>
              <a:rPr lang="en-US" b="true" sz="4841" spc="-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Resuelve problemas creativamente</a:t>
            </a:r>
          </a:p>
          <a:p>
            <a:pPr algn="ctr">
              <a:lnSpc>
                <a:spcPts val="5616"/>
              </a:lnSpc>
            </a:pPr>
          </a:p>
          <a:p>
            <a:pPr algn="ctr">
              <a:lnSpc>
                <a:spcPts val="5616"/>
              </a:lnSpc>
            </a:pPr>
            <a:r>
              <a:rPr lang="en-US" b="true" sz="4841" spc="-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 usa en innovación</a:t>
            </a:r>
          </a:p>
          <a:p>
            <a:pPr algn="ctr">
              <a:lnSpc>
                <a:spcPts val="5616"/>
              </a:lnSpc>
            </a:pPr>
            <a:r>
              <a:rPr lang="en-US" b="true" sz="4841" spc="-2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 soluciones</a:t>
            </a:r>
          </a:p>
          <a:p>
            <a:pPr algn="ctr" marL="0" indent="0" lvl="0">
              <a:lnSpc>
                <a:spcPts val="561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53025"/>
            <a:ext cx="9326228" cy="291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1" indent="-431796" lvl="1">
              <a:lnSpc>
                <a:spcPts val="4639"/>
              </a:lnSpc>
              <a:buFont typeface="Arial"/>
              <a:buChar char="•"/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Empatizar → Entender al usuario</a:t>
            </a:r>
          </a:p>
          <a:p>
            <a:pPr algn="just" marL="863591" indent="-431796" lvl="1">
              <a:lnSpc>
                <a:spcPts val="4639"/>
              </a:lnSpc>
              <a:buFont typeface="Arial"/>
              <a:buChar char="•"/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Definir → Detectar el problema real</a:t>
            </a:r>
          </a:p>
          <a:p>
            <a:pPr algn="just" marL="863591" indent="-431796" lvl="1">
              <a:lnSpc>
                <a:spcPts val="4639"/>
              </a:lnSpc>
              <a:buFont typeface="Arial"/>
              <a:buChar char="•"/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Idear → Proponer soluciones</a:t>
            </a:r>
          </a:p>
          <a:p>
            <a:pPr algn="just" marL="863591" indent="-431796" lvl="1">
              <a:lnSpc>
                <a:spcPts val="4639"/>
              </a:lnSpc>
              <a:buFont typeface="Arial"/>
              <a:buChar char="•"/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Prototipar → Crear un modelo</a:t>
            </a:r>
          </a:p>
          <a:p>
            <a:pPr algn="just" marL="863591" indent="-431796" lvl="1">
              <a:lnSpc>
                <a:spcPts val="4639"/>
              </a:lnSpc>
              <a:buFont typeface="Arial"/>
              <a:buChar char="•"/>
            </a:pPr>
            <a:r>
              <a:rPr lang="en-US" sz="3999" spc="-18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Probar → Validar con usuarios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0">
            <a:off x="15641983" y="-588617"/>
            <a:ext cx="3234634" cy="3234634"/>
          </a:xfrm>
          <a:custGeom>
            <a:avLst/>
            <a:gdLst/>
            <a:ahLst/>
            <a:cxnLst/>
            <a:rect r="r" b="b" t="t" l="l"/>
            <a:pathLst>
              <a:path h="3234634" w="3234634">
                <a:moveTo>
                  <a:pt x="0" y="3234634"/>
                </a:moveTo>
                <a:lnTo>
                  <a:pt x="3234634" y="3234634"/>
                </a:lnTo>
                <a:lnTo>
                  <a:pt x="3234634" y="0"/>
                </a:lnTo>
                <a:lnTo>
                  <a:pt x="0" y="0"/>
                </a:lnTo>
                <a:lnTo>
                  <a:pt x="0" y="3234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642314" y="-181537"/>
            <a:ext cx="6542585" cy="6554502"/>
          </a:xfrm>
          <a:custGeom>
            <a:avLst/>
            <a:gdLst/>
            <a:ahLst/>
            <a:cxnLst/>
            <a:rect r="r" b="b" t="t" l="l"/>
            <a:pathLst>
              <a:path h="6554502" w="6542585">
                <a:moveTo>
                  <a:pt x="0" y="6554502"/>
                </a:moveTo>
                <a:lnTo>
                  <a:pt x="6542585" y="6554502"/>
                </a:lnTo>
                <a:lnTo>
                  <a:pt x="6542585" y="0"/>
                </a:lnTo>
                <a:lnTo>
                  <a:pt x="0" y="0"/>
                </a:lnTo>
                <a:lnTo>
                  <a:pt x="0" y="655450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1497756" y="7992903"/>
            <a:ext cx="5653784" cy="5653784"/>
          </a:xfrm>
          <a:custGeom>
            <a:avLst/>
            <a:gdLst/>
            <a:ahLst/>
            <a:cxnLst/>
            <a:rect r="r" b="b" t="t" l="l"/>
            <a:pathLst>
              <a:path h="5653784" w="5653784">
                <a:moveTo>
                  <a:pt x="0" y="5653783"/>
                </a:moveTo>
                <a:lnTo>
                  <a:pt x="5653783" y="5653783"/>
                </a:lnTo>
                <a:lnTo>
                  <a:pt x="5653783" y="0"/>
                </a:lnTo>
                <a:lnTo>
                  <a:pt x="0" y="0"/>
                </a:lnTo>
                <a:lnTo>
                  <a:pt x="0" y="565378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03574" y="457200"/>
            <a:ext cx="2721831" cy="2202609"/>
            <a:chOff x="0" y="0"/>
            <a:chExt cx="1324267" cy="1071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4267" cy="1071647"/>
            </a:xfrm>
            <a:custGeom>
              <a:avLst/>
              <a:gdLst/>
              <a:ahLst/>
              <a:cxnLst/>
              <a:rect r="r" b="b" t="t" l="l"/>
              <a:pathLst>
                <a:path h="1071647" w="1324267">
                  <a:moveTo>
                    <a:pt x="224706" y="0"/>
                  </a:moveTo>
                  <a:lnTo>
                    <a:pt x="1099561" y="0"/>
                  </a:lnTo>
                  <a:cubicBezTo>
                    <a:pt x="1223662" y="0"/>
                    <a:pt x="1324267" y="100604"/>
                    <a:pt x="1324267" y="224706"/>
                  </a:cubicBezTo>
                  <a:lnTo>
                    <a:pt x="1324267" y="846941"/>
                  </a:lnTo>
                  <a:cubicBezTo>
                    <a:pt x="1324267" y="971043"/>
                    <a:pt x="1223662" y="1071647"/>
                    <a:pt x="1099561" y="1071647"/>
                  </a:cubicBezTo>
                  <a:lnTo>
                    <a:pt x="224706" y="1071647"/>
                  </a:lnTo>
                  <a:cubicBezTo>
                    <a:pt x="100604" y="1071647"/>
                    <a:pt x="0" y="971043"/>
                    <a:pt x="0" y="846941"/>
                  </a:cubicBezTo>
                  <a:lnTo>
                    <a:pt x="0" y="224706"/>
                  </a:lnTo>
                  <a:cubicBezTo>
                    <a:pt x="0" y="100604"/>
                    <a:pt x="100604" y="0"/>
                    <a:pt x="22470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1786" r="0" b="-11786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64489" y="394972"/>
            <a:ext cx="14166530" cy="9444353"/>
          </a:xfrm>
          <a:custGeom>
            <a:avLst/>
            <a:gdLst/>
            <a:ahLst/>
            <a:cxnLst/>
            <a:rect r="r" b="b" t="t" l="l"/>
            <a:pathLst>
              <a:path h="9444353" w="14166530">
                <a:moveTo>
                  <a:pt x="0" y="0"/>
                </a:moveTo>
                <a:lnTo>
                  <a:pt x="14166530" y="0"/>
                </a:lnTo>
                <a:lnTo>
                  <a:pt x="14166530" y="9444353"/>
                </a:lnTo>
                <a:lnTo>
                  <a:pt x="0" y="9444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791700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8155" y="333375"/>
            <a:ext cx="947058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-282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Diferencias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2048" y="6746755"/>
            <a:ext cx="1566714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BCB8C5"/>
                </a:solidFill>
                <a:latin typeface="Open Sans"/>
                <a:ea typeface="Open Sans"/>
                <a:cs typeface="Open Sans"/>
                <a:sym typeface="Open Sans"/>
              </a:rPr>
              <a:t>           Tipo 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808761" y="6777235"/>
            <a:ext cx="35778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BCB8C5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4255" y="7097023"/>
            <a:ext cx="187017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BCB8C5"/>
                </a:solidFill>
                <a:latin typeface="Open Sans"/>
                <a:ea typeface="Open Sans"/>
                <a:cs typeface="Open Sans"/>
                <a:sym typeface="Open Sans"/>
              </a:rPr>
              <a:t>pensamiento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5443169" y="-2557831"/>
            <a:ext cx="7401663" cy="18288000"/>
          </a:xfrm>
          <a:custGeom>
            <a:avLst/>
            <a:gdLst/>
            <a:ahLst/>
            <a:cxnLst/>
            <a:rect r="r" b="b" t="t" l="l"/>
            <a:pathLst>
              <a:path h="18288000" w="7401663">
                <a:moveTo>
                  <a:pt x="0" y="0"/>
                </a:moveTo>
                <a:lnTo>
                  <a:pt x="7401662" y="0"/>
                </a:lnTo>
                <a:lnTo>
                  <a:pt x="740166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01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369282"/>
            <a:ext cx="5407039" cy="5407039"/>
          </a:xfrm>
          <a:custGeom>
            <a:avLst/>
            <a:gdLst/>
            <a:ahLst/>
            <a:cxnLst/>
            <a:rect r="r" b="b" t="t" l="l"/>
            <a:pathLst>
              <a:path h="5407039" w="5407039">
                <a:moveTo>
                  <a:pt x="0" y="0"/>
                </a:moveTo>
                <a:lnTo>
                  <a:pt x="5407039" y="0"/>
                </a:lnTo>
                <a:lnTo>
                  <a:pt x="5407039" y="5407039"/>
                </a:lnTo>
                <a:lnTo>
                  <a:pt x="0" y="5407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5196" y="1488767"/>
            <a:ext cx="8370898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sz="15901" spc="-747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Muchas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95191" y="3889830"/>
            <a:ext cx="9062329" cy="269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262"/>
              </a:lnSpc>
              <a:spcBef>
                <a:spcPct val="0"/>
              </a:spcBef>
            </a:pPr>
            <a:r>
              <a:rPr lang="en-US" b="true" sz="15901" spc="-74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Gracias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2370147" y="4369282"/>
            <a:ext cx="5407039" cy="5407039"/>
          </a:xfrm>
          <a:custGeom>
            <a:avLst/>
            <a:gdLst/>
            <a:ahLst/>
            <a:cxnLst/>
            <a:rect r="r" b="b" t="t" l="l"/>
            <a:pathLst>
              <a:path h="5407039" w="5407039">
                <a:moveTo>
                  <a:pt x="5407039" y="0"/>
                </a:moveTo>
                <a:lnTo>
                  <a:pt x="0" y="0"/>
                </a:lnTo>
                <a:lnTo>
                  <a:pt x="0" y="5407039"/>
                </a:lnTo>
                <a:lnTo>
                  <a:pt x="5407039" y="5407039"/>
                </a:lnTo>
                <a:lnTo>
                  <a:pt x="5407039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DAGywwDXWw0</dc:identifier>
  <dcterms:modified xsi:type="dcterms:W3CDTF">2011-08-01T06:04:30Z</dcterms:modified>
  <cp:revision>1</cp:revision>
  <dc:title>Black and Purple Modern Programming Presentation</dc:title>
</cp:coreProperties>
</file>